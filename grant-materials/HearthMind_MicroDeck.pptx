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HearthMind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Local-first, dignity-preserving AI infrastructure</a:t>
            </a:r>
          </a:p>
          <a:p>
            <a:r>
              <a:t>Five-Slide Micro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HearthMind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local-first, multi-agent AI platform designed for long-term personal and accessibility-focused support systems.</a:t>
            </a:r>
          </a:p>
          <a:p/>
          <a:p>
            <a:r>
              <a:t>Built for privacy, continuity, and autonomy.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Navigator — Disability &amp; life scaffolding assistant</a:t>
            </a:r>
          </a:p>
          <a:p>
            <a:r>
              <a:t>Axalotl — Neurodivergent support companion</a:t>
            </a:r>
          </a:p>
          <a:p>
            <a:r>
              <a:t>HearthMind Core — Continuity &amp; orchestration infrastructure</a:t>
            </a:r>
          </a:p>
        </p:txBody>
      </p:sp>
      <p:pic>
        <p:nvPicPr>
          <p:cNvPr id="4" name="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343400"/>
            <a:ext cx="7315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&amp;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Dock infrastructure</a:t>
            </a:r>
          </a:p>
          <a:p>
            <a:r>
              <a:t>Working Navigator prototype</a:t>
            </a:r>
          </a:p>
          <a:p>
            <a:r>
              <a:t>Local multi-agent systems with memory continuity</a:t>
            </a:r>
          </a:p>
          <a:p>
            <a:r>
              <a:t>Internal prototype workflows active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&amp;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Threshold — Animal shelter &amp; transitional housing</a:t>
            </a:r>
          </a:p>
          <a:p>
            <a:r>
              <a:t>ORION — Disaster &amp; extended mission resilience AI</a:t>
            </a:r>
          </a:p>
          <a:p>
            <a:r>
              <a:t>Demeter — Sustainability &amp; low-carbon AI</a:t>
            </a:r>
          </a:p>
          <a:p>
            <a:r>
              <a:t>Jimminy — AI-to-AI ethical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